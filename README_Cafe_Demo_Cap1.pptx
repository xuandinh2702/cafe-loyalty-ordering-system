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3200400" cy="411480"/>
          </a:xfrm>
          <a:prstGeom prst="roundRect">
            <a:avLst/>
          </a:prstGeom>
          <a:solidFill>
            <a:srgbClr val="B87552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CHUYẾN DU HÀNH CÔNG NGHỆ NHÍ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PHÁ QUÁN NƯỚC THÔNG MINH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CAFE 4.0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làm Khách Hàng Thông Thái, Chú Thu Ngân Siêu Tốc &amp; Bác Quản Lý Tài Ba!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2377440" cy="731520"/>
          </a:xfrm>
          <a:prstGeom prst="roundRect">
            <a:avLst/>
          </a:prstGeom>
          <a:solidFill>
            <a:srgbClr val="4A281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572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Gọi món ngon ngập tràn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4572000"/>
            <a:ext cx="2377440" cy="731520"/>
          </a:xfrm>
          <a:prstGeom prst="roundRect">
            <a:avLst/>
          </a:prstGeom>
          <a:solidFill>
            <a:srgbClr val="4A281A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572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Tích sao đổi quà bánh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4572000"/>
            <a:ext cx="2377440" cy="731520"/>
          </a:xfrm>
          <a:prstGeom prst="roundRect">
            <a:avLst/>
          </a:prstGeom>
          <a:solidFill>
            <a:srgbClr val="4A281A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4572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🪑 Giữ bàn đẹp ngắm phố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KỲ DIỆU TẠI README CAFE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Quán Nước Công Nghệ Khác Quán Thường Thế Nào?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011680"/>
            <a:ext cx="685800" cy="6858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Lo Hết Chỗ Ngồi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nhà mở điện thoại lên là xem được sơ đồ bàn, chọn trước bàn sân vườn mát rượi hoặc ban công lộng gió!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011680"/>
            <a:ext cx="685800" cy="68580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Điểm Thưởng Thần Kỳ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56616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giữ thẻ giấy dễ rách! Mỗi ly nước uống đều được máy tính tự cộng sao tích lũy vào tài khoản.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73736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201168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Tiền Nhanh Như Chớp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356616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đợi chờ mỏi chân! Chú thu ngân chỉ cần gõ SĐT là máy tự tính tiền và in bill ro ro cực chuẩn.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SỐ 1: BẠN KHÁCH HÀNG THÔNG THÁI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Tay Chọn Món &amp; Giữ Chiếc Bàn Đẹp Nhất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749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🍹 THỰC ĐƠN PHONG PHÚ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Nhóm món: Cà phê thơm, Trà trái cây tươi, Bánh ngọt nướng và Đá xay mát lạnh.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Hình ảnh món ăn chụp thật 100% cực kỳ ngon mắt.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Có thanh tìm kiếm thần kỳ: Gõ 'Trà đào' hay 'Bánh phô mai' là ra ngay!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749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🪑 SƠ ĐỒ BÀN THÔNG MINH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Chọn 3 khu vực: Trong nhà (máy lạnh mát rượi), Sân vườn (cây xanh) hoặc Tầng thượng (ngắm hoàng hôn).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Chống trùng lịch thông minh: Bàn nào đã có người đặt, hệ thống sẽ báo ngay để bạn chọn bàn khác!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Tự chọn số lượng ghế ngồi cho cả gia đình.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BÍ KÍP TÍCH ĐIỂM THƯỞNG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Uống Nước Càng Nhiều – Tích Sao Càng Vui!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QUY TẮC VÀNG: Cứ 10.000 VNĐ thanh toán = Nhận ngay 1 Điểm Sao ⭐ vào tài khoản!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423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HẠNG ĐỒNG 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tiêu: Dưới 1 triệu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Mới gia nhập quán, bắt đầu gom điểm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560320"/>
            <a:ext cx="2423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HẠNG BẠC 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tiêu: Từ 1 - 5 triệu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56616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thân quen, được tặng voucher sinh nhật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560320"/>
            <a:ext cx="2423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HẠNG VÀNG 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tiêu: Trên 5 triệu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356616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VIP, ưu tiên giữ bàn đẹp nhất!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SỐ 2: CHÚ THU NGÂN SIÊU TỐC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Tính Tiền POS Hiện Đại – Bán Hàng Trong Tích Tắc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783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920240"/>
            <a:ext cx="960120" cy="320040"/>
          </a:xfrm>
          <a:prstGeom prst="roundRect">
            <a:avLst/>
          </a:prstGeom>
          <a:solidFill>
            <a:srgbClr val="5C322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Chọn Món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600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Màn hình cảm ứng to rõ, chỉ cần chạm vào ly trà sữa là thêm vào giỏ hàng.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737360"/>
            <a:ext cx="1783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920240"/>
            <a:ext cx="960120" cy="320040"/>
          </a:xfrm>
          <a:prstGeom prst="roundRect">
            <a:avLst/>
          </a:prstGeom>
          <a:solidFill>
            <a:srgbClr val="5C3220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9202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423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Bạn Khách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2971800"/>
            <a:ext cx="1600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Gõ số điện thoại khách đọc, máy hiện ngay tên và số điểm sao đang có!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783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1920240"/>
            <a:ext cx="960120" cy="320040"/>
          </a:xfrm>
          <a:prstGeom prst="roundRect">
            <a:avLst/>
          </a:prstGeom>
          <a:solidFill>
            <a:srgbClr val="5C322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9202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423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Mã Giảm Giá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971800"/>
            <a:ext cx="1600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có voucher giảm 20%? Chọn một cái là máy tự trừ tiền không cần tính nhẩm.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1737360"/>
            <a:ext cx="1783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920240"/>
            <a:ext cx="960120" cy="320040"/>
          </a:xfrm>
          <a:prstGeom prst="roundRect">
            <a:avLst/>
          </a:prstGeom>
          <a:solidFill>
            <a:srgbClr val="5C3220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9202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423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Hóa Đơn Xịn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971800"/>
            <a:ext cx="1600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tự cộng điểm mới và in tờ hóa đơn nhiệt chuyên nghiệp tặng khách.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SỐ 3: BÁC QUẢN LÝ QUÁN TÀI BA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Quyền Điều Hành Quán Cà Phê Như Người Lớn!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Bảng Thống Kê Thông Minh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Biết hôm nay bán được bao nhiêu tiền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Biết món nào được yêu thích nhất (Top 1)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Đếm xem đã có bao nhiêu điểm được tặng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🍴 Quản Lý Món &amp; Bàn Ăn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46888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Món nào hết nguyên liệu? Bấm 1 nút là xong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Sáng tạo thêm món nước giải khát mới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Xem bàn nào đang có khách ngồi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73736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 Tạo Mã Ưu Đãi Mới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46888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Tạo voucher mừng ngày khai trường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Quy định số điểm cần đổi cho từng món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Cấp tài khoản cho các chú thu ngân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TRÊN WEBSITE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Biểu Diễn 4 Bước Siêu Cuốn Hút!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783080" cy="3200400"/>
          </a:xfrm>
          <a:prstGeom prst="roundRect">
            <a:avLst/>
          </a:prstGeom>
          <a:solidFill>
            <a:srgbClr val="22110A"/>
          </a:solidFill>
          <a:ln w="19050">
            <a:solidFill>
              <a:srgbClr val="B875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Khách VIP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Đăng Nhập -&gt; Chọn 'Khách VIP' để khoe chiếc Thẻ Vàng 125 điểm lấp lánh!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60120" y="4389120"/>
            <a:ext cx="1325880" cy="320040"/>
          </a:xfrm>
          <a:prstGeom prst="roundRect">
            <a:avLst/>
          </a:prstGeom>
          <a:solidFill>
            <a:srgbClr val="B8755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3891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Hội Viên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737360"/>
            <a:ext cx="1783080" cy="3200400"/>
          </a:xfrm>
          <a:prstGeom prst="roundRect">
            <a:avLst/>
          </a:prstGeom>
          <a:solidFill>
            <a:srgbClr val="22110A"/>
          </a:solidFill>
          <a:ln w="19050">
            <a:solidFill>
              <a:srgbClr val="B875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920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2286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Bàn Trước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29260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Vào mục Đặt Bàn, chọn bàn T08 tầng thượng ngắm phố, bấm thử lịch hẹn.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0" y="4389120"/>
            <a:ext cx="1325880" cy="320040"/>
          </a:xfrm>
          <a:prstGeom prst="roundRect">
            <a:avLst/>
          </a:prstGeom>
          <a:solidFill>
            <a:srgbClr val="B87552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43891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Đặt Bàn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1783080" cy="3200400"/>
          </a:xfrm>
          <a:prstGeom prst="roundRect">
            <a:avLst/>
          </a:prstGeom>
          <a:solidFill>
            <a:srgbClr val="22110A"/>
          </a:solidFill>
          <a:ln w="19050">
            <a:solidFill>
              <a:srgbClr val="B875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920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Ngân Bán Hàng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tài khoản cashier1 -&gt; Chọn 2 ly trà đào -&gt; Nhập SĐT khách để tích điểm!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4389120"/>
            <a:ext cx="1325880" cy="320040"/>
          </a:xfrm>
          <a:prstGeom prst="roundRect">
            <a:avLst/>
          </a:prstGeom>
          <a:solidFill>
            <a:srgbClr val="B8755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3891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Màn hình POS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1737360"/>
            <a:ext cx="1783080" cy="3200400"/>
          </a:xfrm>
          <a:prstGeom prst="roundRect">
            <a:avLst/>
          </a:prstGeom>
          <a:solidFill>
            <a:srgbClr val="22110A"/>
          </a:solidFill>
          <a:ln w="19050">
            <a:solidFill>
              <a:srgbClr val="B875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920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22860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Xem Thống Kê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29260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tài khoản admin -&gt; Xem doanh thu nhảy số và hóa đơn vừa tạo thành công.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0" y="4389120"/>
            <a:ext cx="1325880" cy="320040"/>
          </a:xfrm>
          <a:prstGeom prst="roundRect">
            <a:avLst/>
          </a:prstGeom>
          <a:solidFill>
            <a:srgbClr val="B8755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3891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Quản Trị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5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 THÁCH TRÍ NHỚ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Câu Đố Vui Về Quán Cà Phê Thông Minh! 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680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1: Cần chi tiêu bao nhiêu tiền để nhận được 1 Điểm Sao ⭐?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Đáp án: 10.000 VNĐ (Ví dụ: Uống ly trà 50k = nhận ngay 5 điểm!)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7680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2: Hai người có thể đặt trùng 1 bàn trong cùng giờ không?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Đáp án: Không thể! Hệ thống máy tính sẽ tự động ngăn chặn chống trùng lịch.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31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3: Điểm sao tích lũy dùng để làm gì thích nhất?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251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Đáp án: Dùng để đổi các mã giảm giá (Voucher) mua nước và bánh ngọt miễn phí!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GIÚP CUỘC SỐNG VUI VÀ TIỆN LỢI HƠN!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CÁC THẦY CÔ &amp; CÁC BẠN NHỎ ĐÃ LẮNG NGHE!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3474720"/>
            <a:ext cx="5486400" cy="1371600"/>
          </a:xfrm>
          <a:prstGeom prst="roundRect">
            <a:avLst/>
          </a:prstGeom>
          <a:solidFill>
            <a:srgbClr val="22110A"/>
          </a:solidFill>
          <a:ln w="19050">
            <a:solidFill>
              <a:srgbClr val="B875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36576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Trải nghiệm trực tiếp website: http://localhost:3000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Kho mã nguồn dự án: github.com/XuanDinh2702/cafe-loyalty-ordering-system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README CAFE – Đặt món, Đặt bàn &amp; Tích điểm thông minh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README CAFE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Khám Phá Quán Cà Phê Thông Minh README CAFE</dc:title>
  <dc:subject>Bài Thuyết Trình Demo Website Phù Hợp Cho Học Sinh</dc:subject>
  <dc:creator>README CAFE Team</dc:creator>
  <cp:lastModifiedBy>README CAFE Team</cp:lastModifiedBy>
  <cp:revision>1</cp:revision>
  <dcterms:created xsi:type="dcterms:W3CDTF">2026-10-18T14:20:43Z</dcterms:created>
  <dcterms:modified xsi:type="dcterms:W3CDTF">2026-10-18T14:20:43Z</dcterms:modified>
</cp:coreProperties>
</file>